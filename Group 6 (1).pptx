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956" y="5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29761"/>
            <a:ext cx="7772400" cy="1470025"/>
          </a:xfrm>
        </p:spPr>
        <p:txBody>
          <a:bodyPr>
            <a:normAutofit/>
          </a:bodyPr>
          <a:lstStyle/>
          <a:p>
            <a:r>
              <a:rPr lang="en-US" sz="4000" dirty="0"/>
              <a:t>GROUP 6</a:t>
            </a:r>
            <a:endParaRPr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99786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Members</a:t>
            </a:r>
          </a:p>
          <a:p>
            <a:r>
              <a:rPr lang="en-US" dirty="0">
                <a:solidFill>
                  <a:schemeClr val="tx1"/>
                </a:solidFill>
              </a:rPr>
              <a:t>Parsley Njoroge – Sct211-0007/2023</a:t>
            </a:r>
          </a:p>
          <a:p>
            <a:r>
              <a:rPr lang="en-US" dirty="0">
                <a:solidFill>
                  <a:schemeClr val="tx1"/>
                </a:solidFill>
              </a:rPr>
              <a:t>Patrick Leon – Sct211-0003/2023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1618" y="775818"/>
            <a:ext cx="1420761" cy="551272"/>
          </a:xfrm>
        </p:spPr>
        <p:txBody>
          <a:bodyPr>
            <a:normAutofit fontScale="90000"/>
          </a:bodyPr>
          <a:lstStyle/>
          <a:p>
            <a:r>
              <a:rPr lang="en-US" dirty="0"/>
              <a:t>Task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8734"/>
            <a:ext cx="8229600" cy="289314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</a:pPr>
            <a:r>
              <a:rPr dirty="0"/>
              <a:t>Create a banner with the text 'JKUAT ROCKS'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r>
              <a:rPr dirty="0"/>
              <a:t>Brown background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r>
              <a:rPr dirty="0"/>
              <a:t>JKUAT in green, ROCKS in red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r>
              <a:rPr dirty="0"/>
              <a:t>Text must be centered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r>
              <a:rPr dirty="0"/>
              <a:t>Implemented using OpenGL and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B97E37-D3AE-6B5F-23FA-92F7F7297AFF}"/>
              </a:ext>
            </a:extLst>
          </p:cNvPr>
          <p:cNvSpPr txBox="1"/>
          <p:nvPr/>
        </p:nvSpPr>
        <p:spPr>
          <a:xfrm>
            <a:off x="4060722" y="3966256"/>
            <a:ext cx="14650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Tools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47F41B-0B4F-9BF5-656E-0E5D888F9174}"/>
              </a:ext>
            </a:extLst>
          </p:cNvPr>
          <p:cNvSpPr txBox="1"/>
          <p:nvPr/>
        </p:nvSpPr>
        <p:spPr>
          <a:xfrm>
            <a:off x="457199" y="4576465"/>
            <a:ext cx="8229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OpenGL (GLUT)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- real-time graphics rendering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C++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- implementation language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Python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implementation language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Pillow (PIL)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- image processing library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2004BE-AAE9-BFD4-7B70-FB9CF385C344}"/>
              </a:ext>
            </a:extLst>
          </p:cNvPr>
          <p:cNvSpPr txBox="1"/>
          <p:nvPr/>
        </p:nvSpPr>
        <p:spPr>
          <a:xfrm>
            <a:off x="457200" y="202890"/>
            <a:ext cx="11651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Q1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62398"/>
            <a:ext cx="8229600" cy="684571"/>
          </a:xfrm>
        </p:spPr>
        <p:txBody>
          <a:bodyPr>
            <a:normAutofit fontScale="90000"/>
          </a:bodyPr>
          <a:lstStyle/>
          <a:p>
            <a:r>
              <a:rPr sz="4000" dirty="0"/>
              <a:t>OpenGL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3672"/>
            <a:ext cx="4377813" cy="5601930"/>
          </a:xfrm>
        </p:spPr>
        <p:txBody>
          <a:bodyPr>
            <a:normAutofit lnSpcReduction="10000"/>
          </a:bodyPr>
          <a:lstStyle/>
          <a:p>
            <a:r>
              <a:rPr dirty="0"/>
              <a:t>Used GLUT stroke fonts to draw text</a:t>
            </a:r>
          </a:p>
          <a:p>
            <a:r>
              <a:rPr dirty="0"/>
              <a:t>Calculated width using </a:t>
            </a:r>
            <a:r>
              <a:rPr dirty="0" err="1"/>
              <a:t>glutStrokeWidth</a:t>
            </a:r>
            <a:r>
              <a:rPr dirty="0"/>
              <a:t>()</a:t>
            </a:r>
          </a:p>
          <a:p>
            <a:r>
              <a:rPr dirty="0"/>
              <a:t>Centered text using total width</a:t>
            </a:r>
          </a:p>
          <a:p>
            <a:r>
              <a:rPr dirty="0"/>
              <a:t>Applied colors (green and red)</a:t>
            </a:r>
          </a:p>
          <a:p>
            <a:r>
              <a:rPr dirty="0"/>
              <a:t>Added border and smooth rendering</a:t>
            </a:r>
          </a:p>
          <a:p>
            <a:r>
              <a:rPr dirty="0"/>
              <a:t>Enabled scaling using keyboard (+ / -)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C033AC4-6C06-693A-501B-3CD0E88A54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35013" y="1722180"/>
            <a:ext cx="4038600" cy="3849382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4308"/>
            <a:ext cx="8229600" cy="708588"/>
          </a:xfrm>
        </p:spPr>
        <p:txBody>
          <a:bodyPr>
            <a:normAutofit fontScale="90000"/>
          </a:bodyPr>
          <a:lstStyle/>
          <a:p>
            <a:r>
              <a:rPr dirty="0"/>
              <a:t>Python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89936"/>
            <a:ext cx="8303342" cy="2804652"/>
          </a:xfrm>
        </p:spPr>
        <p:txBody>
          <a:bodyPr>
            <a:normAutofit/>
          </a:bodyPr>
          <a:lstStyle/>
          <a:p>
            <a:r>
              <a:rPr dirty="0"/>
              <a:t>Used Pillow (PIL) to create image</a:t>
            </a:r>
          </a:p>
          <a:p>
            <a:r>
              <a:rPr dirty="0"/>
              <a:t>Loaded TrueType font using </a:t>
            </a:r>
            <a:r>
              <a:rPr dirty="0" err="1"/>
              <a:t>ImageFont.truetype</a:t>
            </a:r>
            <a:r>
              <a:rPr dirty="0"/>
              <a:t>()</a:t>
            </a:r>
          </a:p>
          <a:p>
            <a:r>
              <a:rPr dirty="0"/>
              <a:t>Measured text using </a:t>
            </a:r>
            <a:r>
              <a:rPr dirty="0" err="1"/>
              <a:t>textlength</a:t>
            </a:r>
            <a:r>
              <a:rPr dirty="0"/>
              <a:t>() and </a:t>
            </a:r>
            <a:r>
              <a:rPr dirty="0" err="1"/>
              <a:t>textbbox</a:t>
            </a:r>
            <a:r>
              <a:rPr dirty="0"/>
              <a:t>()</a:t>
            </a:r>
          </a:p>
          <a:p>
            <a:r>
              <a:rPr dirty="0"/>
              <a:t>Centered text automatically</a:t>
            </a:r>
          </a:p>
          <a:p>
            <a:r>
              <a:rPr dirty="0"/>
              <a:t>Applied colors and saved as image</a:t>
            </a:r>
          </a:p>
        </p:txBody>
      </p:sp>
      <p:pic>
        <p:nvPicPr>
          <p:cNvPr id="6" name="Content Placeholder 5" descr="A brown background with green and red text&#10;&#10;AI-generated content may be incorrect.">
            <a:extLst>
              <a:ext uri="{FF2B5EF4-FFF2-40B4-BE49-F238E27FC236}">
                <a16:creationId xmlns:a16="http://schemas.microsoft.com/office/drawing/2014/main" id="{2DDB0FBF-2A34-0DF0-7386-871E647C55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28018" y="3752139"/>
            <a:ext cx="6687964" cy="2675185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8588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Comparison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FD8981-DCC2-8148-4354-4C701E5F0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410043"/>
              </p:ext>
            </p:extLst>
          </p:nvPr>
        </p:nvGraphicFramePr>
        <p:xfrm>
          <a:off x="457200" y="1219199"/>
          <a:ext cx="8229600" cy="514227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02085144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3346632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63625189"/>
                    </a:ext>
                  </a:extLst>
                </a:gridCol>
              </a:tblGrid>
              <a:tr h="857045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OpenGL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403818"/>
                  </a:ext>
                </a:extLst>
              </a:tr>
              <a:tr h="857045">
                <a:tc>
                  <a:txBody>
                    <a:bodyPr/>
                    <a:lstStyle/>
                    <a:p>
                      <a:r>
                        <a:rPr lang="en-US"/>
                        <a:t>Rendering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Real-time graphics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Image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9537322"/>
                  </a:ext>
                </a:extLst>
              </a:tr>
              <a:tr h="857045">
                <a:tc>
                  <a:txBody>
                    <a:bodyPr/>
                    <a:lstStyle/>
                    <a:p>
                      <a:r>
                        <a:rPr lang="en-US"/>
                        <a:t>Text Alignment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Manual calculation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Built-in measurement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7854696"/>
                  </a:ext>
                </a:extLst>
              </a:tr>
              <a:tr h="857045">
                <a:tc>
                  <a:txBody>
                    <a:bodyPr/>
                    <a:lstStyle/>
                    <a:p>
                      <a:r>
                        <a:rPr lang="en-US"/>
                        <a:t>Interactivity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 (keyboard scaling)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9788924"/>
                  </a:ext>
                </a:extLst>
              </a:tr>
              <a:tr h="857045">
                <a:tc>
                  <a:txBody>
                    <a:bodyPr/>
                    <a:lstStyle/>
                    <a:p>
                      <a:r>
                        <a:rPr lang="en-US"/>
                        <a:t>Font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Limited (GLUT)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TrueType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4131866"/>
                  </a:ext>
                </a:extLst>
              </a:tr>
              <a:tr h="857045">
                <a:tc>
                  <a:txBody>
                    <a:bodyPr/>
                    <a:lstStyle/>
                    <a:p>
                      <a:r>
                        <a:rPr lang="en-US"/>
                        <a:t>Ease of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More complex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2269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Polygon Convex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Splitting Concave Polygons Using the Rotational Method</a:t>
            </a:r>
          </a:p>
        </p:txBody>
      </p:sp>
    </p:spTree>
    <p:extLst>
      <p:ext uri="{BB962C8B-B14F-4D97-AF65-F5344CB8AC3E}">
        <p14:creationId xmlns:p14="http://schemas.microsoft.com/office/powerpoint/2010/main" val="1854424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"Dents"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18827" y="1696582"/>
            <a:ext cx="846797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Instant Detection: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negative cross product result instantly confirms an interior angle is greater than 180 degrees, successfully identifying a concave vertex (a "dent").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Counter-Clockwise Traversal: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algorithm maps the perimeter of the shape, evaluating sets of three consecutive vertices at a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Cross Product Shortcut: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Instead of relying on slow, costly trigonometric rotations, the algorithm utilizes the 2D Cross Product.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1417638"/>
            <a:ext cx="8382000" cy="30508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745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Slicing the Geometry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2155022"/>
            <a:ext cx="80772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Ray-Line Intersection: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Once a dent is found, the algorithm shoots an infinite mathematical ray from that point across the interior of the shape.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Collision Detection: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iterates through the polygon's remaining edges to find the exact floating-point coordinate where the ray collides with an opposite boundary.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Bisection: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original array of vertices is severed at the collision point, cleanly dividing the geometry into two brand-new, independent polygons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8153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342</Words>
  <Application>Microsoft Office PowerPoint</Application>
  <PresentationFormat>On-screen Show (4:3)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GROUP 6</vt:lpstr>
      <vt:lpstr>Task</vt:lpstr>
      <vt:lpstr>OpenGL Approach</vt:lpstr>
      <vt:lpstr>Python Approach</vt:lpstr>
      <vt:lpstr>Comparison</vt:lpstr>
      <vt:lpstr>Polygon Convex Decomposition</vt:lpstr>
      <vt:lpstr>Finding the "Dents"</vt:lpstr>
      <vt:lpstr>Slicing the Geometry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6</dc:title>
  <dc:subject/>
  <dc:creator>parsley</dc:creator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2026-04-17T20:57:35Z</dcterms:modified>
  <cp:category/>
</cp:coreProperties>
</file>