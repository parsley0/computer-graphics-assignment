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9761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/>
              <a:t>GROUP 6</a:t>
            </a:r>
            <a:endParaRPr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99786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Members</a:t>
            </a:r>
          </a:p>
          <a:p>
            <a:r>
              <a:rPr lang="en-US" dirty="0">
                <a:solidFill>
                  <a:schemeClr val="tx1"/>
                </a:solidFill>
              </a:rPr>
              <a:t>Parsley Njoroge – Sct211-0007/2023</a:t>
            </a:r>
          </a:p>
          <a:p>
            <a:r>
              <a:rPr lang="en-US" dirty="0">
                <a:solidFill>
                  <a:schemeClr val="tx1"/>
                </a:solidFill>
              </a:rPr>
              <a:t>Patrick Leon – Sct211-0003/2023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1618" y="775818"/>
            <a:ext cx="1420761" cy="551272"/>
          </a:xfrm>
        </p:spPr>
        <p:txBody>
          <a:bodyPr>
            <a:normAutofit fontScale="90000"/>
          </a:bodyPr>
          <a:lstStyle/>
          <a:p>
            <a:r>
              <a:rPr lang="en-US" dirty="0"/>
              <a:t>Task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8734"/>
            <a:ext cx="8229600" cy="289314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Create a banner with the text 'JKUAT ROCKS'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Brown background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JKUAT in green, ROCKS in red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Text must be centered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</a:pPr>
            <a:r>
              <a:rPr dirty="0"/>
              <a:t>Implemented using OpenGL and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97E37-D3AE-6B5F-23FA-92F7F7297AFF}"/>
              </a:ext>
            </a:extLst>
          </p:cNvPr>
          <p:cNvSpPr txBox="1"/>
          <p:nvPr/>
        </p:nvSpPr>
        <p:spPr>
          <a:xfrm>
            <a:off x="4060722" y="3966256"/>
            <a:ext cx="1465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7F41B-0B4F-9BF5-656E-0E5D888F9174}"/>
              </a:ext>
            </a:extLst>
          </p:cNvPr>
          <p:cNvSpPr txBox="1"/>
          <p:nvPr/>
        </p:nvSpPr>
        <p:spPr>
          <a:xfrm>
            <a:off x="457199" y="4576465"/>
            <a:ext cx="8229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OpenGL (GLUT)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real-time graphics rendering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C++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implementation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Python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implementation language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Pillow (PIL)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image processing library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004BE-AAE9-BFD4-7B70-FB9CF385C344}"/>
              </a:ext>
            </a:extLst>
          </p:cNvPr>
          <p:cNvSpPr txBox="1"/>
          <p:nvPr/>
        </p:nvSpPr>
        <p:spPr>
          <a:xfrm>
            <a:off x="457200" y="202890"/>
            <a:ext cx="1165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Q1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62398"/>
            <a:ext cx="8229600" cy="684571"/>
          </a:xfrm>
        </p:spPr>
        <p:txBody>
          <a:bodyPr>
            <a:normAutofit fontScale="90000"/>
          </a:bodyPr>
          <a:lstStyle/>
          <a:p>
            <a:r>
              <a:rPr sz="4000" dirty="0"/>
              <a:t>OpenGL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3672"/>
            <a:ext cx="4377813" cy="5601930"/>
          </a:xfrm>
        </p:spPr>
        <p:txBody>
          <a:bodyPr>
            <a:normAutofit lnSpcReduction="10000"/>
          </a:bodyPr>
          <a:lstStyle/>
          <a:p>
            <a:r>
              <a:rPr dirty="0"/>
              <a:t>Used GLUT stroke fonts to draw text</a:t>
            </a:r>
          </a:p>
          <a:p>
            <a:r>
              <a:rPr dirty="0"/>
              <a:t>Calculated width using </a:t>
            </a:r>
            <a:r>
              <a:rPr dirty="0" err="1"/>
              <a:t>glutStrokeWidth</a:t>
            </a:r>
            <a:r>
              <a:rPr dirty="0"/>
              <a:t>()</a:t>
            </a:r>
          </a:p>
          <a:p>
            <a:r>
              <a:rPr dirty="0"/>
              <a:t>Centered text using total width</a:t>
            </a:r>
          </a:p>
          <a:p>
            <a:r>
              <a:rPr dirty="0"/>
              <a:t>Applied colors (green and red)</a:t>
            </a:r>
          </a:p>
          <a:p>
            <a:r>
              <a:rPr dirty="0"/>
              <a:t>Added border and smooth rendering</a:t>
            </a:r>
          </a:p>
          <a:p>
            <a:r>
              <a:rPr dirty="0"/>
              <a:t>Enabled scaling using keyboard (+ / -)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033AC4-6C06-693A-501B-3CD0E88A54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35013" y="1722180"/>
            <a:ext cx="4038600" cy="384938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308"/>
            <a:ext cx="8229600" cy="708588"/>
          </a:xfrm>
        </p:spPr>
        <p:txBody>
          <a:bodyPr>
            <a:normAutofit fontScale="90000"/>
          </a:bodyPr>
          <a:lstStyle/>
          <a:p>
            <a:r>
              <a:rPr dirty="0"/>
              <a:t>Python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89936"/>
            <a:ext cx="8303342" cy="2804652"/>
          </a:xfrm>
        </p:spPr>
        <p:txBody>
          <a:bodyPr>
            <a:normAutofit/>
          </a:bodyPr>
          <a:lstStyle/>
          <a:p>
            <a:r>
              <a:rPr dirty="0"/>
              <a:t>Used Pillow (PIL) to create image</a:t>
            </a:r>
          </a:p>
          <a:p>
            <a:r>
              <a:rPr dirty="0"/>
              <a:t>Loaded TrueType font using </a:t>
            </a:r>
            <a:r>
              <a:rPr dirty="0" err="1"/>
              <a:t>ImageFont.truetype</a:t>
            </a:r>
            <a:r>
              <a:rPr dirty="0"/>
              <a:t>()</a:t>
            </a:r>
          </a:p>
          <a:p>
            <a:r>
              <a:rPr dirty="0"/>
              <a:t>Measured text using </a:t>
            </a:r>
            <a:r>
              <a:rPr dirty="0" err="1"/>
              <a:t>textlength</a:t>
            </a:r>
            <a:r>
              <a:rPr dirty="0"/>
              <a:t>() and </a:t>
            </a:r>
            <a:r>
              <a:rPr dirty="0" err="1"/>
              <a:t>textbbox</a:t>
            </a:r>
            <a:r>
              <a:rPr dirty="0"/>
              <a:t>()</a:t>
            </a:r>
          </a:p>
          <a:p>
            <a:r>
              <a:rPr dirty="0"/>
              <a:t>Centered text automatically</a:t>
            </a:r>
          </a:p>
          <a:p>
            <a:r>
              <a:rPr dirty="0"/>
              <a:t>Applied colors and saved as image</a:t>
            </a:r>
          </a:p>
        </p:txBody>
      </p:sp>
      <p:pic>
        <p:nvPicPr>
          <p:cNvPr id="6" name="Content Placeholder 5" descr="A brown background with green and red text&#10;&#10;AI-generated content may be incorrect.">
            <a:extLst>
              <a:ext uri="{FF2B5EF4-FFF2-40B4-BE49-F238E27FC236}">
                <a16:creationId xmlns:a16="http://schemas.microsoft.com/office/drawing/2014/main" id="{2DDB0FBF-2A34-0DF0-7386-871E647C55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8018" y="3752139"/>
            <a:ext cx="6687964" cy="267518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8588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Comparison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FD8981-DCC2-8148-4354-4C701E5F0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410043"/>
              </p:ext>
            </p:extLst>
          </p:nvPr>
        </p:nvGraphicFramePr>
        <p:xfrm>
          <a:off x="457200" y="1219199"/>
          <a:ext cx="8229600" cy="514227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0208514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3346632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63625189"/>
                    </a:ext>
                  </a:extLst>
                </a:gridCol>
              </a:tblGrid>
              <a:tr h="857045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OpenGL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403818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Rendering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graphics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Image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537322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Text 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Built-in measurement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854696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Interactivity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 (keyboard scaling)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88924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Font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(GLUT)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TrueType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131866"/>
                  </a:ext>
                </a:extLst>
              </a:tr>
              <a:tr h="857045">
                <a:tc>
                  <a:txBody>
                    <a:bodyPr/>
                    <a:lstStyle/>
                    <a:p>
                      <a:r>
                        <a:rPr lang="en-US"/>
                        <a:t>Ease of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2269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176</Words>
  <Application>Microsoft Office PowerPoint</Application>
  <PresentationFormat>On-screen Show (4:3)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GROUP 6</vt:lpstr>
      <vt:lpstr>Task</vt:lpstr>
      <vt:lpstr>OpenGL Approach</vt:lpstr>
      <vt:lpstr>Python Approach</vt:lpstr>
      <vt:lpstr>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parsley</dc:creator>
  <cp:keywords/>
  <dc:description>generated using python-pptx</dc:description>
  <cp:lastModifiedBy>parsley njoroge</cp:lastModifiedBy>
  <cp:revision>3</cp:revision>
  <dcterms:created xsi:type="dcterms:W3CDTF">2013-01-27T09:14:16Z</dcterms:created>
  <dcterms:modified xsi:type="dcterms:W3CDTF">2026-04-17T20:03:24Z</dcterms:modified>
  <cp:category/>
</cp:coreProperties>
</file>